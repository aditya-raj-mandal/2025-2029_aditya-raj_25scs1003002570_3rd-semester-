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B2A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E8792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292608"/>
            <a:ext cx="777240" cy="77724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6" name="Image 0" descr="grad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799" y="467487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560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463040" y="713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 in Education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4688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Industrial Engineer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Simulation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548640" y="40233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Job Simulation Program by Siemens, hosted on the Forage platform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617720"/>
            <a:ext cx="11064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476402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68680" y="4983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Raj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943600" y="476402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943600" y="4983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25SCS1003002570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68680" y="526694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68680" y="5486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(Core), 3rd Semester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943600" y="526694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943600" y="54864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2029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68680" y="576986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68680" y="59893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2CSE29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943600" y="576986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43600" y="5989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(via Forage)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60020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828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Siemens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8620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leader in industrial automation &amp; operations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520440" cy="160020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4" y="204368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828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26280" y="2560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Simulation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26280" y="28620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Forage's virtual Operations Industrial Engineer job simulation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520440" cy="160020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7" name="Shape 13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764" y="204368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0" y="1828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275320" y="2560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75320" y="28620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set out for the internship simulation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566160"/>
            <a:ext cx="3520440" cy="160020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37947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stopwat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91820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291840" y="3703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77240" y="44348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Time Studies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77240" y="47365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process timing to improve efficiency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97680" y="3566160"/>
            <a:ext cx="3520440" cy="160020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29" name="Shape 23"/>
          <p:cNvSpPr/>
          <p:nvPr/>
        </p:nvSpPr>
        <p:spPr>
          <a:xfrm>
            <a:off x="4526280" y="37947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4" descr="site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3918204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40880" y="3703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4526280" y="44348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Layout Changes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526280" y="47365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Proposing improved facility layouts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046720" y="3566160"/>
            <a:ext cx="3520440" cy="160020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35" name="Shape 28"/>
          <p:cNvSpPr/>
          <p:nvPr/>
        </p:nvSpPr>
        <p:spPr>
          <a:xfrm>
            <a:off x="8275320" y="37947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6" name="Image 5" descr="light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8764" y="3918204"/>
            <a:ext cx="301752" cy="30175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789920" y="3703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8275320" y="44348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275320" y="47365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insights gained from the experience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Internship Presentation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Siemens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600200"/>
            <a:ext cx="6309360" cy="4709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1005840" cy="100584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6" name="Image 0" descr="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394" y="2192274"/>
            <a:ext cx="553212" cy="553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Siemens AG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technology powerhouse headquartered in Germany, Siemens focuses on industry, infrastructure, mobility, and healthcare — helping customers digitalize and automate their operations.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0292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Siemens' Digital Industries division builds tools and simulations that give students hands-on exposure to real industrial-engineering workflows.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1975104"/>
            <a:ext cx="109728" cy="109728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1" name="Text 8"/>
          <p:cNvSpPr/>
          <p:nvPr/>
        </p:nvSpPr>
        <p:spPr>
          <a:xfrm>
            <a:off x="6903720" y="1874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03720" y="21671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Automation &amp; Digitalization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75120" y="3026664"/>
            <a:ext cx="109728" cy="109728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4" name="Text 11"/>
          <p:cNvSpPr/>
          <p:nvPr/>
        </p:nvSpPr>
        <p:spPr>
          <a:xfrm>
            <a:off x="6903720" y="2926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03720" y="3218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Electrification, Digitalization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675120" y="4078224"/>
            <a:ext cx="109728" cy="109728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7" name="Text 14"/>
          <p:cNvSpPr/>
          <p:nvPr/>
        </p:nvSpPr>
        <p:spPr>
          <a:xfrm>
            <a:off x="6903720" y="3977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Host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903720" y="42702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Virtual Experience Platform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75120" y="5129784"/>
            <a:ext cx="109728" cy="109728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20" name="Text 17"/>
          <p:cNvSpPr/>
          <p:nvPr/>
        </p:nvSpPr>
        <p:spPr>
          <a:xfrm>
            <a:off x="6903720" y="5029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903720" y="53218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operations &amp; industrial engineering practice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Internship Presentation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Job Simulation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partners with leading companies like Siemens to design free, self-paced virtual job simulations. These replicate the real tasks employees handle on the job, giving students authentic, practical exposure before entering the workforce.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06040" cy="233172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297180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grad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065" y="312610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4114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Industrial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Job Simulation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0" y="2697480"/>
            <a:ext cx="2606040" cy="233172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11" name="Shape 8"/>
          <p:cNvSpPr/>
          <p:nvPr/>
        </p:nvSpPr>
        <p:spPr>
          <a:xfrm>
            <a:off x="4343400" y="297180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705" y="312610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520440" y="4114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Siemens, via the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Platform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17920" y="2697480"/>
            <a:ext cx="2606040" cy="233172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6" name="Shape 12"/>
          <p:cNvSpPr/>
          <p:nvPr/>
        </p:nvSpPr>
        <p:spPr>
          <a:xfrm>
            <a:off x="7178040" y="297180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345" y="312610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355080" y="4114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over the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of September 2026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52560" y="2697480"/>
            <a:ext cx="2606040" cy="233172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12680" y="297180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3" descr="certific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6985" y="312610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9189720" y="4114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Certificate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Completion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3492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</a:t>
            </a:r>
            <a:pPr indent="0" marL="0">
              <a:buNone/>
            </a:pPr>
            <a:r>
              <a:rPr lang="en-US" sz="10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Code 6aa2dfc57b6283118cd6b8c3   |   User Code 6aa2dc0039befb14b5a25af7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Internship Presentation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640080" cy="64008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6" name="Image 0" descr="stop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091690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110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Time Studies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25856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measure and analyze task durations within a production process to identify inefficiencies.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03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947672"/>
            <a:ext cx="640080" cy="64008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11" name="Image 1" descr="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2091690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110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Facility Layout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269480" y="225856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industrial engineering principles to propose a more efficient plant/floor layout.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03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96512"/>
            <a:ext cx="640080" cy="64008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16" name="Image 2" descr="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4240530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599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Operational Efficiency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45920" y="440740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data-driven analysis into practical recommendations that reduce waste and cost.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840480"/>
            <a:ext cx="5303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096512"/>
            <a:ext cx="640080" cy="64008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21" name="Image 3" descr="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4240530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599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Practical IE Skills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269480" y="4407408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the tools and thinking used by real operations industrial engineers.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Internship Presentation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Conducting Time Studies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" cy="4480560"/>
          </a:xfrm>
          <a:prstGeom prst="rect">
            <a:avLst/>
          </a:prstGeom>
          <a:solidFill>
            <a:srgbClr val="E8792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study is a structured technique used to record and analyze how long it takes a worker or machine to complete a specific task. As part of the simulation, I studied production process timings to spot bottlenecks and inefficiencies in the workflow.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14553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and timed each step of the selected production process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767328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67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71246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cycle times across repeated task iterations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334256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34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27939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steps consuming disproportionate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901184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011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48463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standard time and highlighted improvement opportunities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1691640"/>
            <a:ext cx="4297680" cy="4480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9006840" y="2103120"/>
            <a:ext cx="914400" cy="91440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20" name="Image 0" descr="stop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0" y="2308860"/>
            <a:ext cx="502920" cy="502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63524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35240" y="3657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time studies form the foundation for setting fair production standards, balancing workloads, and pinpointing exactly where a process loses time.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63524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635240" y="5394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time-study report highlighting bottlenecks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Internship Presentation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Proposing Layout Changes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97680" cy="4480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2240280" y="2103120"/>
            <a:ext cx="914400" cy="91440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6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6020" y="23088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physical arrangement of workstations and equipment to minimize unnecessary movement and maximize throughput.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5394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layout plan with supporting rationale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66360" y="169164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insights from the time-study analysis, I proposed changes to the facility layout aimed at reducing travel distance between workstations and removing process bottlenecks.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166360" y="2971800"/>
            <a:ext cx="320040" cy="32004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3" name="Text 10"/>
          <p:cNvSpPr/>
          <p:nvPr/>
        </p:nvSpPr>
        <p:spPr>
          <a:xfrm>
            <a:off x="51663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23560" y="291693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the existing workstation layout and material flow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66360" y="3538728"/>
            <a:ext cx="320040" cy="32004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6" name="Text 13"/>
          <p:cNvSpPr/>
          <p:nvPr/>
        </p:nvSpPr>
        <p:spPr>
          <a:xfrm>
            <a:off x="5166360" y="3538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23560" y="348386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areas of congestion and excess movement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66360" y="4105656"/>
            <a:ext cx="320040" cy="32004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9" name="Text 16"/>
          <p:cNvSpPr/>
          <p:nvPr/>
        </p:nvSpPr>
        <p:spPr>
          <a:xfrm>
            <a:off x="5166360" y="41056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23560" y="40507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an improved layout to shorten travel paths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166360" y="4672584"/>
            <a:ext cx="320040" cy="32004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22" name="Text 19"/>
          <p:cNvSpPr/>
          <p:nvPr/>
        </p:nvSpPr>
        <p:spPr>
          <a:xfrm>
            <a:off x="5166360" y="46725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23560" y="46177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the proposal using time and efficiency data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Internship Presentation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Tools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743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057400"/>
            <a:ext cx="640080" cy="64008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6" name="Image 0" descr="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638" y="22014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2C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process background and simulation brief provided by Siemens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54680" y="3017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83280" y="1783080"/>
            <a:ext cx="2606040" cy="2743200"/>
          </a:xfrm>
          <a:prstGeom prst="rect">
            <a:avLst/>
          </a:prstGeom>
          <a:solidFill>
            <a:srgbClr val="5B6B8C"/>
          </a:solidFill>
          <a:ln/>
        </p:spPr>
      </p:sp>
      <p:sp>
        <p:nvSpPr>
          <p:cNvPr id="12" name="Shape 9"/>
          <p:cNvSpPr/>
          <p:nvPr/>
        </p:nvSpPr>
        <p:spPr>
          <a:xfrm>
            <a:off x="4366260" y="2057400"/>
            <a:ext cx="640080" cy="64008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13" name="Image 1" descr="stopw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278" y="220141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8803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2C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520440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566160" y="3520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task timings and cycle data for the assigned production process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989320" y="3017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217920" y="1783080"/>
            <a:ext cx="2606040" cy="2743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Shape 15"/>
          <p:cNvSpPr/>
          <p:nvPr/>
        </p:nvSpPr>
        <p:spPr>
          <a:xfrm>
            <a:off x="7200900" y="2057400"/>
            <a:ext cx="640080" cy="64008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20" name="Image 2" descr="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918" y="2201418"/>
            <a:ext cx="352044" cy="3520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28803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2C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355080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400800" y="3520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timing data to locate inefficiencies and root causes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823960" y="3017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9052560" y="1783080"/>
            <a:ext cx="2606040" cy="2743200"/>
          </a:xfrm>
          <a:prstGeom prst="rect">
            <a:avLst/>
          </a:prstGeom>
          <a:solidFill>
            <a:srgbClr val="5B6B8C"/>
          </a:solidFill>
          <a:ln/>
        </p:spPr>
      </p:sp>
      <p:sp>
        <p:nvSpPr>
          <p:cNvPr id="26" name="Shape 21"/>
          <p:cNvSpPr/>
          <p:nvPr/>
        </p:nvSpPr>
        <p:spPr>
          <a:xfrm>
            <a:off x="10035540" y="2057400"/>
            <a:ext cx="640080" cy="64008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27" name="Image 3" descr="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9558" y="2201418"/>
            <a:ext cx="352044" cy="3520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89720" y="28803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2C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9189720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235440" y="35204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a layout proposal and wrote up findings professionally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 areas practiced: Process analysis  •  Data-driven decision making  •  Workplace/facility design  •  Technical reporting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Internship Presentation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Skills Gained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3736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stop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Time-Study Technique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8986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 repeatable method to measure and standardize task timing in real operations.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173736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4" y="20436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606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Optimization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26280" y="28986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how physical workspace design directly impacts efficiency and cost.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173736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764" y="20436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606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Thinking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75320" y="28986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turning raw observations into actionable, evidence-backed recommendations.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520440" cy="173736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40096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572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Engineering Mindset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8646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a practical view of how IE principles are applied in a real company setting.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3657600"/>
            <a:ext cx="3520440" cy="173736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38862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light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400964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572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26280" y="48646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ability to identify inefficiencies and propose realistic solutions.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3657600"/>
            <a:ext cx="3520440" cy="173736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30" name="Shape 23"/>
          <p:cNvSpPr/>
          <p:nvPr/>
        </p:nvSpPr>
        <p:spPr>
          <a:xfrm>
            <a:off x="8275320" y="38862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certific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8764" y="400964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572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Readiness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75320" y="48646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confidence with an industry-recognized simulation from a global company.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Internship Presentation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0" cy="4480560"/>
          </a:xfrm>
          <a:prstGeom prst="rect">
            <a:avLst/>
          </a:prstGeom>
          <a:solidFill>
            <a:srgbClr val="E7EC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Siemens Operations Industrial Engineer Job Simulation, completed via Forage, offered valuable hands-on exposure to core industrial engineering practices — from conducting time studies to proposing data-backed layout improvements.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simulation strengthened my analytical thinking, attention to process detail, and ability to translate observations into practical recommendations — skills directly relevant to a career in operations and industrial engineering.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452628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it was a rewarding, practical introduction to how real organizations like Siemens approach operational efficiency.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223760" y="1691640"/>
            <a:ext cx="4389120" cy="4480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9006840" y="2103120"/>
            <a:ext cx="914400" cy="914400"/>
          </a:xfrm>
          <a:prstGeom prst="ellipse">
            <a:avLst/>
          </a:prstGeom>
          <a:solidFill>
            <a:srgbClr val="E8792C"/>
          </a:solidFill>
          <a:ln/>
        </p:spPr>
      </p:sp>
      <p:pic>
        <p:nvPicPr>
          <p:cNvPr id="10" name="Image 0" descr="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0" y="230886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0" y="3200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98080" y="3703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Raj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98080" y="4069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Industrial Engineer Job Simulation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Forage  •  September 10, 2026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Internship Presentation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B2A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E8792C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84648" y="4114800"/>
            <a:ext cx="1828800" cy="0"/>
          </a:xfrm>
          <a:prstGeom prst="line">
            <a:avLst/>
          </a:prstGeom>
          <a:noFill/>
          <a:ln w="25400">
            <a:solidFill>
              <a:srgbClr val="E879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Raj  |  25SCS1003002570  |  B.Tech CSE (Core), 3rd Sem  |  Section 2CSE29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2026-09-10T17:25:26Z</dcterms:created>
  <dcterms:modified xsi:type="dcterms:W3CDTF">2026-09-10T17:25:26Z</dcterms:modified>
</cp:coreProperties>
</file>